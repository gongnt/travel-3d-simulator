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18872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822960" y="502920"/>
            <a:ext cx="1920240" cy="457200"/>
          </a:xfrm>
          <a:prstGeom prst="line">
            <a:avLst/>
          </a:prstGeom>
          <a:noFill/>
          <a:ln w="25400">
            <a:solidFill>
              <a:srgbClr val="FFCF5C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777240" y="914400"/>
            <a:ext cx="91440" cy="91440"/>
          </a:xfrm>
          <a:prstGeom prst="ellipse">
            <a:avLst/>
          </a:prstGeom>
          <a:solidFill>
            <a:srgbClr val="FFCF5C"/>
          </a:solidFill>
          <a:ln/>
        </p:spPr>
      </p:sp>
      <p:sp>
        <p:nvSpPr>
          <p:cNvPr id="5" name="Shape 3"/>
          <p:cNvSpPr/>
          <p:nvPr/>
        </p:nvSpPr>
        <p:spPr>
          <a:xfrm>
            <a:off x="1737360" y="685800"/>
            <a:ext cx="91440" cy="91440"/>
          </a:xfrm>
          <a:prstGeom prst="ellipse">
            <a:avLst/>
          </a:prstGeom>
          <a:solidFill>
            <a:srgbClr val="FFCF5C"/>
          </a:solidFill>
          <a:ln/>
        </p:spPr>
      </p:sp>
      <p:sp>
        <p:nvSpPr>
          <p:cNvPr id="6" name="Shape 4"/>
          <p:cNvSpPr/>
          <p:nvPr/>
        </p:nvSpPr>
        <p:spPr>
          <a:xfrm rot="18300000">
            <a:off x="2624328" y="384048"/>
            <a:ext cx="237744" cy="237744"/>
          </a:xfrm>
          <a:prstGeom prst="triangle">
            <a:avLst/>
          </a:prstGeom>
          <a:solidFill>
            <a:srgbClr val="FFCF5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6002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CNR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N ROAM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Travel Decision Simulator &amp; 3D Walk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" y="3657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Nonthapat T.  ·  Jeeraporn Y.  ·  Chaiphan N.  ·  Jirun 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7150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 ·  Final Project Presentation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planning means balancing budget, time, and taste across dozens of options — and every existing tool skips the reasoning.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2296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2944368"/>
            <a:ext cx="502920" cy="50292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6" name="Shape 4"/>
          <p:cNvSpPr/>
          <p:nvPr/>
        </p:nvSpPr>
        <p:spPr>
          <a:xfrm>
            <a:off x="1270284" y="3055010"/>
            <a:ext cx="156911" cy="15691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 flipV="1">
            <a:off x="1285976" y="3187982"/>
            <a:ext cx="125529" cy="130759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2907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Listing sites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352044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Maps, TripAdvisor, Yelp show everything and decide nothing.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4709160" y="2944368"/>
            <a:ext cx="502920" cy="50292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16785" y="3085990"/>
            <a:ext cx="287670" cy="188293"/>
          </a:xfrm>
          <a:prstGeom prst="roundRect">
            <a:avLst>
              <a:gd name="adj" fmla="val 24281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882164" y="3237671"/>
            <a:ext cx="73225" cy="67995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5394960" y="2907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chatbots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09160" y="352044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suggestion, no visible tradeoffs — a black box.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046720" y="27432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0C8599">
              <a:alpha val="3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8321040" y="2944368"/>
            <a:ext cx="502920" cy="50292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18" name="Shape 16"/>
          <p:cNvSpPr/>
          <p:nvPr/>
        </p:nvSpPr>
        <p:spPr>
          <a:xfrm>
            <a:off x="8441741" y="3065069"/>
            <a:ext cx="261518" cy="261518"/>
          </a:xfrm>
          <a:prstGeom prst="donut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06840" y="290779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Either way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321040" y="3520440"/>
            <a:ext cx="2788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get a real feel for a place before you commit.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Craft, Then Roam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transparent, traveler-adjustable decision engine, followed by a review-grounded 3D preview of the winner.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0C859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03120"/>
            <a:ext cx="502920" cy="502920"/>
          </a:xfrm>
          <a:prstGeom prst="ellipse">
            <a:avLst/>
          </a:prstGeom>
          <a:solidFill>
            <a:srgbClr val="0C8599"/>
          </a:solidFill>
          <a:ln/>
        </p:spPr>
      </p:sp>
      <p:sp>
        <p:nvSpPr>
          <p:cNvPr id="6" name="Shape 4"/>
          <p:cNvSpPr/>
          <p:nvPr/>
        </p:nvSpPr>
        <p:spPr>
          <a:xfrm>
            <a:off x="1204905" y="2244742"/>
            <a:ext cx="287670" cy="188293"/>
          </a:xfrm>
          <a:prstGeom prst="roundRect">
            <a:avLst>
              <a:gd name="adj" fmla="val 24281"/>
            </a:avLst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270284" y="2396423"/>
            <a:ext cx="73225" cy="67995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4F6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Craft the plan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143000" y="278892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describes their trip in free text (69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parses it into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engine scores &amp; ranks 5 curated spots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let travelers fine-tune live, for free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263640" y="187452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DF6E6"/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2103120"/>
            <a:ext cx="502920" cy="50292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2" name="Shape 10"/>
          <p:cNvSpPr/>
          <p:nvPr/>
        </p:nvSpPr>
        <p:spPr>
          <a:xfrm>
            <a:off x="6710964" y="2213762"/>
            <a:ext cx="156911" cy="156911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 flipV="1">
            <a:off x="6726656" y="2346734"/>
            <a:ext cx="125529" cy="130759"/>
          </a:xfrm>
          <a:prstGeom prst="triangl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210312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Roam in 3D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0" y="2788920"/>
            <a:ext cx="4480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 unlocks all spots in 3D once (89 tokens)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that spot's curated reviews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ground / sky / palette / props (fixed catalog)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layout builds a walkable Three.js scene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Craft a Transparent Plan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rot="72000">
            <a:off x="5129784" y="1106424"/>
            <a:ext cx="6565392" cy="4199382"/>
          </a:xfrm>
          <a:prstGeom prst="rect">
            <a:avLst/>
          </a:prstGeom>
          <a:solidFill>
            <a:srgbClr val="FFFFFF"/>
          </a:solidFill>
          <a:ln w="19050">
            <a:solidFill>
              <a:srgbClr val="0C8599"/>
            </a:solidFill>
            <a:prstDash val="solid"/>
          </a:ln>
          <a:effectLst>
            <a:outerShdw sx="100000" sy="100000" kx="0" ky="0" algn="bl" rotWithShape="0" blurRad="88900" dist="38100" dir="5400000">
              <a:srgbClr val="1F2D27">
                <a:alpha val="45000"/>
              </a:srgbClr>
            </a:outerShdw>
          </a:effectLst>
        </p:spPr>
      </p:sp>
      <p:pic>
        <p:nvPicPr>
          <p:cNvPr id="4" name="Image 0" descr="/Users/gong/Desktop/Sasin/Gen AI Class/travel-3d-simulator/report/figures/cnr_05_editor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72000">
            <a:off x="5257800" y="1234440"/>
            <a:ext cx="6309360" cy="39433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18872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relaxed five-hour trip, mid-range budget, good food"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48640" y="1920240"/>
            <a:ext cx="4297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Promenade des Anglais scores 0.93 — strong match, perfect cost &amp; time fit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Sliders adjust budget, time, and category balance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Re-ranks instantly — no extra tokens, no black box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Roam the Winner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 rot="-84000">
            <a:off x="5449824" y="1152144"/>
            <a:ext cx="6291072" cy="4499420"/>
          </a:xfrm>
          <a:prstGeom prst="rect">
            <a:avLst/>
          </a:prstGeom>
          <a:solidFill>
            <a:srgbClr val="FFFFFF"/>
          </a:solidFill>
          <a:ln w="19050">
            <a:solidFill>
              <a:srgbClr val="F4A300"/>
            </a:solidFill>
            <a:prstDash val="solid"/>
          </a:ln>
          <a:effectLst>
            <a:outerShdw sx="100000" sy="100000" kx="0" ky="0" algn="bl" rotWithShape="0" blurRad="88900" dist="38100" dir="5400000">
              <a:srgbClr val="1F2D27">
                <a:alpha val="45000"/>
              </a:srgbClr>
            </a:outerShdw>
          </a:effectLst>
        </p:spPr>
      </p:sp>
      <p:pic>
        <p:nvPicPr>
          <p:cNvPr id="4" name="Image 0" descr="/Users/gong/Desktop/Sasin/Gen AI Class/travel-3d-simulator/report/figures/cnr_04_wal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84000">
            <a:off x="5577840" y="1280160"/>
            <a:ext cx="6035040" cy="42433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1371600"/>
            <a:ext cx="45720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reads Promenade des Anglais' reviews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ground, sky, palette, and props from a fixed catalog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seeded algorithm places everything — same input, same scene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Explorable in first person: WASD + mouse-look</a:t>
            </a:r>
            <a:endParaRPr lang="en-US" sz="145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3 photos + a review per spot, earn 30 tokens back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8640" y="5577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Stylized, not photorealistic — by design (see limitations).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AI Is Used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lanes of narrow LLM steps; every decision and every agent tool call bottoms out in ordinary deterministic code.</a:t>
            </a:r>
            <a:endParaRPr lang="en-US" sz="1400" dirty="0"/>
          </a:p>
        </p:txBody>
      </p:sp>
      <p:pic>
        <p:nvPicPr>
          <p:cNvPr id="4" name="Image 0" descr="/Users/gong/Desktop/Sasin/Gen AI Class/travel-3d-simulator/report/figure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417320"/>
            <a:ext cx="8778240" cy="51318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— Ask the Concierge (Lane 3)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tool-calling agent - four tools, each a thin wrapper around a function the app already trusted.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 rot="54000">
            <a:off x="4443984" y="2157984"/>
            <a:ext cx="7022592" cy="2259290"/>
          </a:xfrm>
          <a:prstGeom prst="rect">
            <a:avLst/>
          </a:prstGeom>
          <a:solidFill>
            <a:srgbClr val="FFFFFF"/>
          </a:solidFill>
          <a:ln w="19050">
            <a:solidFill>
              <a:srgbClr val="F4A300"/>
            </a:solidFill>
            <a:prstDash val="solid"/>
          </a:ln>
          <a:effectLst>
            <a:outerShdw sx="100000" sy="100000" kx="0" ky="0" algn="bl" rotWithShape="0" blurRad="88900" dist="38100" dir="5400000">
              <a:srgbClr val="1F2D27">
                <a:alpha val="45000"/>
              </a:srgbClr>
            </a:outerShdw>
          </a:effectLst>
        </p:spPr>
      </p:sp>
      <p:pic>
        <p:nvPicPr>
          <p:cNvPr id="5" name="Image 0" descr="/Users/gong/Desktop/Sasin/Gen AI Class/travel-3d-simulator/report/figures/concierge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54000">
            <a:off x="4572000" y="2286000"/>
            <a:ext cx="6766560" cy="200325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463040"/>
            <a:ext cx="35661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adjust_plan - "make it cheaper" re-ranks live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get_spot_details - answers grounded in curated reviews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unlock_and_walk - "walk me around the market" opens the 3D scene</a:t>
            </a:r>
            <a:endParaRPr lang="en-US" sz="145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download_report - saves the plan report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48640" y="57607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4 tool-call rounds per turn - no runaway loops.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Design Principle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1-2: the LLM translates, it never decides. Lane 3 may act - but only through tools that wrap trusted code.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377440"/>
            <a:ext cx="457200" cy="45720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6" name="Shape 4"/>
          <p:cNvSpPr/>
          <p:nvPr/>
        </p:nvSpPr>
        <p:spPr>
          <a:xfrm>
            <a:off x="1207008" y="2487168"/>
            <a:ext cx="237744" cy="237744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calls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text -&gt; structured weights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-&gt; structured ambiance spec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JSON schema, fixed enum catalogs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&amp; clamped before use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074920" cy="3566160"/>
          </a:xfrm>
          <a:prstGeom prst="roundRect">
            <a:avLst>
              <a:gd name="adj" fmla="val 3077"/>
            </a:avLst>
          </a:prstGeom>
          <a:solidFill>
            <a:srgbClr val="2D6A4F">
              <a:alpha val="10000"/>
            </a:srgbClr>
          </a:solidFill>
          <a:ln w="15875">
            <a:solidFill>
              <a:srgbClr val="2D6A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2377440"/>
            <a:ext cx="457200" cy="457200"/>
          </a:xfrm>
          <a:prstGeom prst="ellipse">
            <a:avLst/>
          </a:prstGeom>
          <a:solidFill>
            <a:srgbClr val="2D6A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47688" y="2487168"/>
            <a:ext cx="237744" cy="237744"/>
          </a:xfrm>
          <a:prstGeom prst="donu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7132320" y="23774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code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063240"/>
            <a:ext cx="44805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multi-criteria scoring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plan-editor re-ranking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PRNG for 3D layout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inputs -&gt; same outputs, always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Integration Bug We Hit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gpt-5.6-luna rejects function-tool calling combined with its default reasoning_effort on /v1/chat/completions.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241280" cy="1828800"/>
          </a:xfrm>
          <a:prstGeom prst="roundRect">
            <a:avLst>
              <a:gd name="adj" fmla="val 5000"/>
            </a:avLst>
          </a:prstGeom>
          <a:solidFill>
            <a:srgbClr val="062B3D"/>
          </a:solidFill>
          <a:ln w="12700">
            <a:solidFill>
              <a:srgbClr val="0C85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26060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724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invalid_request_error — param: reasoning_effort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063240"/>
            <a:ext cx="9692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3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"Function tools with reasoning_effort are not supported for gpt-5.6-luna in /v1/chat/completions."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44805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request raw JSON (response_format: json_object) instead of tool-calling, and pass reasoning_effort: "none" explicitly.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480560"/>
            <a:ext cx="2926080" cy="2926080"/>
          </a:xfrm>
          <a:prstGeom prst="ellipse">
            <a:avLst/>
          </a:prstGeom>
          <a:solidFill>
            <a:srgbClr val="F2724B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Honest Limitation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3D scenes are stylized, low-poly interpretations — not photorealistic reconstructions of the real locations.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3D reconstruction needs dozens of calibrated, overlapping photos (photogrammetry / NeRF) — not review text or a handful of casual photos. We chose to be upfront about this rather than overclaim, and built a deterministic, review-grounded stylized scene instead. The token economy is the same story: presented in full, built as local state only — no real payment happens anywhere in this demo.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7548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flagged: WASD movement needs a final real-browser verification pass (automated headless testing was inconclusive due to background-tab throttling).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38912"/>
            <a:ext cx="457200" cy="457200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3" name="Shape 1"/>
          <p:cNvSpPr/>
          <p:nvPr/>
        </p:nvSpPr>
        <p:spPr>
          <a:xfrm>
            <a:off x="932688" y="548640"/>
            <a:ext cx="237744" cy="237744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417320" y="43891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2D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Business Model (Presentation Only)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A5D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in the demo as local app state — no real payment processing exists today.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1645920"/>
          <a:ext cx="65836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4F6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$0.80 -&gt; 100 tokens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 token bundle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$4.00 -&gt; 600 tokens (~17% off)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Generate a plan (search)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 tokens (~$0.46-0.55)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Unlock 3D walking (all spots)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 tokens (~$0.60-0.71, one-time)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6E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3 photos + a review, per spot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D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+30 tokens back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0D6B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0" y="164592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4A300">
              <a:alpha val="12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0" y="18288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7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check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0" y="233172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D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LLM cost per search: a fraction of a cent. Priced at 69 tokens (~$0.50), that is roughly two orders of magnitude of margin before hosting, support, and refunds.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9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280160"/>
            <a:ext cx="10241280" cy="1554480"/>
          </a:xfrm>
          <a:prstGeom prst="roundRect">
            <a:avLst>
              <a:gd name="adj" fmla="val 5882"/>
            </a:avLst>
          </a:prstGeom>
          <a:solidFill>
            <a:srgbClr val="F4A300">
              <a:alpha val="15000"/>
            </a:srgbClr>
          </a:solidFill>
          <a:ln w="15875">
            <a:solidFill>
              <a:srgbClr val="F4A3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" y="1463040"/>
            <a:ext cx="438912" cy="438912"/>
          </a:xfrm>
          <a:prstGeom prst="ellipse">
            <a:avLst/>
          </a:prstGeom>
          <a:solidFill>
            <a:srgbClr val="F4A300"/>
          </a:solidFill>
          <a:ln/>
        </p:spPr>
      </p:sp>
      <p:sp>
        <p:nvSpPr>
          <p:cNvPr id="5" name="Shape 3"/>
          <p:cNvSpPr/>
          <p:nvPr/>
        </p:nvSpPr>
        <p:spPr>
          <a:xfrm>
            <a:off x="1156899" y="1568379"/>
            <a:ext cx="228234" cy="228234"/>
          </a:xfrm>
          <a:prstGeom prst="star5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463040"/>
            <a:ext cx="9235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CF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 idea: crowdsourced photos, real rewards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9692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Travelers upload up to 3 of their own photos per spot -&gt; vision model extracts richer ambiance -&gt; traveler earns a real 30-token reward per spot. Fully legitimate (user-submitted, not scraped). Needs accounts, storage, and moderation — a real backend, deliberately out of scope for now.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188720" y="4709160"/>
            <a:ext cx="9784080" cy="914"/>
          </a:xfrm>
          <a:prstGeom prst="line">
            <a:avLst/>
          </a:prstGeom>
          <a:noFill/>
          <a:ln w="25400">
            <a:solidFill>
              <a:srgbClr val="FFCF5C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124712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8600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payments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81528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85416" y="4910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API key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38344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42232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add-ons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995160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9048" y="4910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destinations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51976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55864" y="39319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controls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908792" y="4645152"/>
            <a:ext cx="128016" cy="128016"/>
          </a:xfrm>
          <a:prstGeom prst="ellipse">
            <a:avLst/>
          </a:prstGeom>
          <a:solidFill>
            <a:srgbClr val="F4A30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491032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 study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timeline (details in the report)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4F6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4206240"/>
            <a:ext cx="3108960" cy="3108960"/>
          </a:xfrm>
          <a:prstGeom prst="ellipse">
            <a:avLst/>
          </a:prstGeom>
          <a:solidFill>
            <a:srgbClr val="F4A300">
              <a:alpha val="8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7863840" y="5349240"/>
            <a:ext cx="1920240" cy="777240"/>
          </a:xfrm>
          <a:prstGeom prst="line">
            <a:avLst/>
          </a:prstGeom>
          <a:noFill/>
          <a:ln w="25400">
            <a:solidFill>
              <a:srgbClr val="FFCF5C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7818120" y="6080760"/>
            <a:ext cx="91440" cy="91440"/>
          </a:xfrm>
          <a:prstGeom prst="ellipse">
            <a:avLst/>
          </a:prstGeom>
          <a:solidFill>
            <a:srgbClr val="FFCF5C"/>
          </a:solidFill>
          <a:ln/>
        </p:spPr>
      </p:sp>
      <p:sp>
        <p:nvSpPr>
          <p:cNvPr id="5" name="Shape 3"/>
          <p:cNvSpPr/>
          <p:nvPr/>
        </p:nvSpPr>
        <p:spPr>
          <a:xfrm>
            <a:off x="8778240" y="5692140"/>
            <a:ext cx="91440" cy="91440"/>
          </a:xfrm>
          <a:prstGeom prst="ellipse">
            <a:avLst/>
          </a:prstGeom>
          <a:solidFill>
            <a:srgbClr val="FFCF5C"/>
          </a:solidFill>
          <a:ln/>
        </p:spPr>
      </p:sp>
      <p:sp>
        <p:nvSpPr>
          <p:cNvPr id="6" name="Shape 4"/>
          <p:cNvSpPr/>
          <p:nvPr/>
        </p:nvSpPr>
        <p:spPr>
          <a:xfrm rot="18300000">
            <a:off x="9665208" y="5230368"/>
            <a:ext cx="237744" cy="237744"/>
          </a:xfrm>
          <a:prstGeom prst="triangle">
            <a:avLst/>
          </a:prstGeom>
          <a:solidFill>
            <a:srgbClr val="FFCF5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774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Craft a transparent plan. Roam the winner in 3D.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4114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CF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https://github.com/GongNT/travel-3d-simulator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2026-08-12T11:21:03Z</dcterms:created>
  <dcterms:modified xsi:type="dcterms:W3CDTF">2026-08-12T11:21:04Z</dcterms:modified>
</cp:coreProperties>
</file>