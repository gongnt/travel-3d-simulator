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108960" cy="3108960"/>
          </a:xfrm>
          <a:prstGeom prst="ellipse">
            <a:avLst/>
          </a:prstGeom>
          <a:solidFill>
            <a:srgbClr val="FFCF5C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18872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CNR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N ROAM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Travel Decision Simulator &amp; 3D Walk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Nonthapat T.  ·  Jeeraporn Y.  ·  Chaiphan N.  ·  Jirun 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715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 ·  Final Project Presentation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planning means balancing budget, time, and taste across dozens of options — and every existing tool skips the reasoning.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Listing sites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Maps, TripAdvisor, Yelp show everything and decide nothing.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chatbots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0916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suggestion, no visible tradeoffs — a black box.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Either way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get a real feel for a place before you commit.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Craft, Then Roam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traveler-adjustable decision engine, followed by a review-grounded 3D preview of the winner.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0C8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Craft the plan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43000" y="274320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describes their trip in free text (69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parses it into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engine scores &amp; ranks 5 curated spots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let travelers fine-tune live, for free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Roam in 3D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4320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unlocks all spots in 3D once (89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that spot's curated reviews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ground / sky / palette / props (fixed catalog)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layout builds a walkable Three.js scene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Craft a Transparent Plan</a:t>
            </a:r>
            <a:endParaRPr lang="en-US" sz="2500" dirty="0"/>
          </a:p>
        </p:txBody>
      </p:sp>
      <p:pic>
        <p:nvPicPr>
          <p:cNvPr id="3" name="Image 0" descr="/Users/gong/Desktop/Sasin/Gen AI Class/travel-3d-simulator/report/figures/cnr_05_editor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005840"/>
            <a:ext cx="6766560" cy="42291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0" y="1005840"/>
            <a:ext cx="6766560" cy="4229100"/>
          </a:xfrm>
          <a:prstGeom prst="roundRect">
            <a:avLst>
              <a:gd name="adj" fmla="val 865"/>
            </a:avLst>
          </a:prstGeom>
          <a:ln w="19050">
            <a:solidFill>
              <a:srgbClr val="0C859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1887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relaxed five-hour trip, mid-range budget, good food"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Saleya Market scores 0.94 — strong match, perfect cost &amp; time fit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adjust budget, time, and category balance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Re-ranks instantly — no extra tokens, no black box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Roam the Winner</a:t>
            </a:r>
            <a:endParaRPr lang="en-US" sz="2600" dirty="0"/>
          </a:p>
        </p:txBody>
      </p:sp>
      <p:pic>
        <p:nvPicPr>
          <p:cNvPr id="3" name="Image 0" descr="/Users/gong/Desktop/Sasin/Gen AI Class/travel-3d-simulator/report/figures/cnr_04_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05840"/>
            <a:ext cx="6492240" cy="456485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49240" y="1005840"/>
            <a:ext cx="6492240" cy="4564856"/>
          </a:xfrm>
          <a:prstGeom prst="roundRect">
            <a:avLst>
              <a:gd name="adj" fmla="val 801"/>
            </a:avLst>
          </a:prstGeom>
          <a:ln w="19050">
            <a:solidFill>
              <a:srgbClr val="F4A3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3716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Cours Saleya Market's reviews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ground, sky, palette, and props from a fixed catalog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seeded algorithm places everything — same input, same scene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Explorable in first person: WASD + mouse-look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3 photos + a review per spot, earn 30 tokens back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Stylized, not photorealistic — by design (see limitations).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AI Is Used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lanes of narrow LLM steps; every decision and every agent tool call bottoms out in ordinary deterministic code.</a:t>
            </a:r>
            <a:endParaRPr lang="en-US" sz="1400" dirty="0"/>
          </a:p>
        </p:txBody>
      </p:sp>
      <p:pic>
        <p:nvPicPr>
          <p:cNvPr id="4" name="Image 0" descr="/Users/gong/Desktop/Sasin/Gen AI Class/travel-3d-simulator/report/figur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417320"/>
            <a:ext cx="8778240" cy="51318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Ask the Concierge (Lane 3)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tool-calling agent - four tools, each a thin wrapper around a function the app already trusted.</a:t>
            </a:r>
            <a:endParaRPr lang="en-US" sz="1350" dirty="0"/>
          </a:p>
        </p:txBody>
      </p:sp>
      <p:pic>
        <p:nvPicPr>
          <p:cNvPr id="4" name="Image 0" descr="/Users/gong/Desktop/Sasin/Gen AI Class/travel-3d-simulator/report/figures/concierge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2011680"/>
            <a:ext cx="7315200" cy="21656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06240" y="2011680"/>
            <a:ext cx="7315200" cy="2165684"/>
          </a:xfrm>
          <a:prstGeom prst="roundRect">
            <a:avLst>
              <a:gd name="adj" fmla="val 1689"/>
            </a:avLst>
          </a:prstGeom>
          <a:ln w="19050">
            <a:solidFill>
              <a:srgbClr val="F4A3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146304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adjust_plan - "make it cheaper" re-ranks live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get_spot_details - answers grounded in curated reviews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unlock_and_walk - "walk me around the market" opens the 3D scene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download_report - saves the plan report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5760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4 tool-call rounds per turn - no runaway loops.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Design Principle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1-2: the LLM translates, it never decides. Lane 3 may act - but only through tools that wrap trusted code.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calls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43000" y="29718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-&gt;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-&gt; structured ambiance spec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JSON schema, fixed enum catalogs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&amp; clamped before use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2D6A4F">
              <a:alpha val="10000"/>
            </a:srgbClr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code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9718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multi-criteria scoring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plan-editor re-ranking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PRNG for 3D layout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-&gt; same outputs, always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Integration Bug We Hit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gpt-5.6-luna rejects function-tool calling combined with its default reasoning_effort on /v1/chat/completions.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241280" cy="1828800"/>
          </a:xfrm>
          <a:prstGeom prst="roundRect">
            <a:avLst>
              <a:gd name="adj" fmla="val 5000"/>
            </a:avLst>
          </a:prstGeom>
          <a:solidFill>
            <a:srgbClr val="062B3D"/>
          </a:solidFill>
          <a:ln w="12700">
            <a:solidFill>
              <a:srgbClr val="0C8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06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7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invalid_request_error — param: reasoning_effort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06324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"Function tools with reasoning_effort are not supported for gpt-5.6-luna in /v1/chat/completions."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request raw JSON (response_format: json_object) instead of tool-calling, and pass reasoning_effort: "none" explicitly.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480560"/>
            <a:ext cx="2926080" cy="2926080"/>
          </a:xfrm>
          <a:prstGeom prst="ellipse">
            <a:avLst/>
          </a:prstGeom>
          <a:solidFill>
            <a:srgbClr val="F2724B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Honest Limitation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scenes are stylized, low-poly interpretations — not photorealistic reconstructions of the real locations.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3D reconstruction needs dozens of calibrated, overlapping photos (photogrammetry / NeRF) — not review text or a handful of casual photos. We chose to be upfront about this rather than overclaim, and built a deterministic, review-grounded stylized scene instead. The token economy is the same story: presented in full, built as local state only — no real payment happens anywhere in this demo.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flagged: WASD movement needs a final real-browser verification pass (automated headless testing was inconclusive due to background-tab throttling).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Model (Presentation Only)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demo as local app state — no real payment processing exists today.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$0.80 -&gt; 100 tokens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$4.00 -&gt; 600 tokens (~17% off)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a plan (search)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tokens (~$0.46-0.55)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Unlock 3D walking (all spots)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 tokens (~$0.60-0.71, one-time)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3 photos + a review, per spot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tokens 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020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0" y="1783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check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22860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LLM cost per search: a fraction of a cent. Priced at 69 tokens (~$0.50), that is roughly two orders of magnitude of margin before hosting, support, and refunds.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241280" cy="1691640"/>
          </a:xfrm>
          <a:prstGeom prst="roundRect">
            <a:avLst>
              <a:gd name="adj" fmla="val 5405"/>
            </a:avLst>
          </a:prstGeom>
          <a:solidFill>
            <a:srgbClr val="F4A300">
              <a:alpha val="15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idea: crowdsourced photos, real rewards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19659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Travelers upload up to 3 of their own photos per spot -&gt; vision model extracts richer ambiance -&gt; traveler earns a real 30-token reward per spot. Fully legitimate (user-submitted, not scraped). Needs accounts, storage, and moderation — a real backend, deliberately out of scope for now.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 processing and persistent accounts for the token economy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OpenAI call server-side before any public deployment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Hotel, flight, and other token-gated booking add-ons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beyond Nice to more destinations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for mobile (today assumes a keyboard)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usability study outside the two-person team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FFCF5C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2026-08-12T10:59:31Z</dcterms:created>
  <dcterms:modified xsi:type="dcterms:W3CDTF">2026-08-12T10:59:31Z</dcterms:modified>
</cp:coreProperties>
</file>