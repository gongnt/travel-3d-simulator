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108960" cy="3108960"/>
          </a:xfrm>
          <a:prstGeom prst="ellipse">
            <a:avLst/>
          </a:prstGeom>
          <a:solidFill>
            <a:srgbClr val="FFCF5C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188720"/>
            <a:ext cx="3108960" cy="3108960"/>
          </a:xfrm>
          <a:prstGeom prst="ellipse">
            <a:avLst/>
          </a:prstGeom>
          <a:solidFill>
            <a:srgbClr val="F4A300">
              <a:alpha val="8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002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CNR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822960" y="2423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C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N ROAM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9260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Travel Decision Simulator &amp; 3D Walk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a transparent plan. Roam the winner in 3D.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Nonthapat T.  ·  Jeeraporn Y.  ·  Chaiphan N.  ·  Jirun 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5715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 ·  Final Project Presentation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planning means balancing budget, time, and taste across dozens of options — and every existing tool skips the reasoning.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22960" y="274320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0C8599">
              <a:alpha val="3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971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Listing sites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347472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Maps, TripAdvisor, Yelp show everything and decide nothing.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274320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0C8599">
              <a:alpha val="3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709160" y="2971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chatbots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09160" y="347472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suggestion, no visible tradeoffs — a black box.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274320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0C8599">
              <a:alpha val="3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8321040" y="2971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Either way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321040" y="347472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get a real feel for a place before you commit.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Craft, Then Roam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traveler-adjustable decision engine, followed by a review-grounded 3D preview of the winner.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5074920" cy="4206240"/>
          </a:xfrm>
          <a:prstGeom prst="roundRect">
            <a:avLst>
              <a:gd name="adj" fmla="val 2609"/>
            </a:avLst>
          </a:prstGeom>
          <a:solidFill>
            <a:srgbClr val="FDF6E6"/>
          </a:solidFill>
          <a:ln w="15875">
            <a:solidFill>
              <a:srgbClr val="0C85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4F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Craft the plan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43000" y="2743200"/>
            <a:ext cx="4480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Traveler describes their trip in free text (69 tokens)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parses it into structured weights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engine scores &amp; ranks 5 curated spots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Sliders let travelers fine-tune live, for free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63640" y="1874520"/>
            <a:ext cx="5074920" cy="4206240"/>
          </a:xfrm>
          <a:prstGeom prst="roundRect">
            <a:avLst>
              <a:gd name="adj" fmla="val 2609"/>
            </a:avLst>
          </a:prstGeom>
          <a:solidFill>
            <a:srgbClr val="FDF6E6"/>
          </a:solidFill>
          <a:ln w="15875">
            <a:solidFill>
              <a:srgbClr val="2D6A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Roam in 3D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83680" y="2743200"/>
            <a:ext cx="4480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Traveler unlocks all spots in 3D once (89 tokens)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reads that spot's curated reviews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ground / sky / palette / props (fixed catalog)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layout builds a walkable Three.js scene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Craft a Transparent Plan</a:t>
            </a:r>
            <a:endParaRPr lang="en-US" sz="2500" dirty="0"/>
          </a:p>
        </p:txBody>
      </p:sp>
      <p:pic>
        <p:nvPicPr>
          <p:cNvPr id="3" name="Image 0" descr="/Users/gong/Desktop/Sasin/Gen AI Class/travel-3d-simulator/report/figures/cnr_05_editor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005840"/>
            <a:ext cx="6766560" cy="42291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029200" y="1005840"/>
            <a:ext cx="6766560" cy="4229100"/>
          </a:xfrm>
          <a:prstGeom prst="roundRect">
            <a:avLst>
              <a:gd name="adj" fmla="val 865"/>
            </a:avLst>
          </a:prstGeom>
          <a:ln w="19050">
            <a:solidFill>
              <a:srgbClr val="0C859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118872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relaxed five-hour trip, mid-range budget, good food"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48640" y="1920240"/>
            <a:ext cx="4297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 Saleya Market scores 0.94 — strong match, perfect cost &amp; time fit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Sliders adjust budget, time, and category balance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Re-ranks instantly — no extra tokens, no black box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Roam the Winner</a:t>
            </a:r>
            <a:endParaRPr lang="en-US" sz="2600" dirty="0"/>
          </a:p>
        </p:txBody>
      </p:sp>
      <p:pic>
        <p:nvPicPr>
          <p:cNvPr id="3" name="Image 0" descr="/Users/gong/Desktop/Sasin/Gen AI Class/travel-3d-simulator/report/figures/cnr_04_wa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005840"/>
            <a:ext cx="6492240" cy="456485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349240" y="1005840"/>
            <a:ext cx="6492240" cy="4564856"/>
          </a:xfrm>
          <a:prstGeom prst="roundRect">
            <a:avLst>
              <a:gd name="adj" fmla="val 801"/>
            </a:avLst>
          </a:prstGeom>
          <a:ln w="19050">
            <a:solidFill>
              <a:srgbClr val="F4A3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137160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reads Cours Saleya Market's reviews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ground, sky, palette, and props from a fixed catalog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seeded algorithm places everything — same input, same scene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Explorable in first person: WASD + mouse-look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3 photos + a review per spot, earn 30 tokens back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Stylized, not photorealistic — by design (see limitations).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AI Is Used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narrow LLM extraction steps; the decisions themselves — including the live editor — are ordinary deterministic code.</a:t>
            </a:r>
            <a:endParaRPr lang="en-US" sz="1400" dirty="0"/>
          </a:p>
        </p:txBody>
      </p:sp>
      <p:pic>
        <p:nvPicPr>
          <p:cNvPr id="4" name="Image 0" descr="/Users/gong/Desktop/Sasin/Gen AI Class/travel-3d-simulator/report/figure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64240" cy="25162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Design Principle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translates. It never decides.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5074920" cy="3566160"/>
          </a:xfrm>
          <a:prstGeom prst="roundRect">
            <a:avLst>
              <a:gd name="adj" fmla="val 3077"/>
            </a:avLst>
          </a:prstGeom>
          <a:solidFill>
            <a:srgbClr val="F4A300">
              <a:alpha val="12000"/>
            </a:srgbClr>
          </a:solidFill>
          <a:ln w="15875">
            <a:solidFill>
              <a:srgbClr val="F4A3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57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calls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43000" y="297180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 -&gt; structured weights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-&gt; structured ambiance spec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JSON schema, fixed enum catalogs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&amp; clamped before use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63640" y="2148840"/>
            <a:ext cx="5074920" cy="3566160"/>
          </a:xfrm>
          <a:prstGeom prst="roundRect">
            <a:avLst>
              <a:gd name="adj" fmla="val 3077"/>
            </a:avLst>
          </a:prstGeom>
          <a:solidFill>
            <a:srgbClr val="2D6A4F">
              <a:alpha val="10000"/>
            </a:srgbClr>
          </a:solidFill>
          <a:ln w="15875">
            <a:solidFill>
              <a:srgbClr val="2D6A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code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83680" y="297180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multi-criteria scoring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plan-editor re-ranking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PRNG for 3D layout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inputs -&gt; same outputs, always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Integration Bug We Hit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gpt-5.6-luna rejects function-tool calling combined with its default reasoning_effort on /v1/chat/completions.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10241280" cy="1828800"/>
          </a:xfrm>
          <a:prstGeom prst="roundRect">
            <a:avLst>
              <a:gd name="adj" fmla="val 5000"/>
            </a:avLst>
          </a:prstGeom>
          <a:solidFill>
            <a:srgbClr val="062B3D"/>
          </a:solidFill>
          <a:ln w="12700">
            <a:solidFill>
              <a:srgbClr val="0C85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606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7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invalid_request_error — param: reasoning_effort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306324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3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"Function tools with reasoning_effort are not supported for gpt-5.6-luna in /v1/chat/completions."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44805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C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request raw JSON (response_format: json_object) instead of tool-calling, and pass reasoning_effort: "none" explicitly.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480560"/>
            <a:ext cx="2926080" cy="2926080"/>
          </a:xfrm>
          <a:prstGeom prst="ellipse">
            <a:avLst/>
          </a:prstGeom>
          <a:solidFill>
            <a:srgbClr val="F2724B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Honest Limitation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C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3D scenes are stylized, low-poly interpretations — not photorealistic reconstructions of the real locations.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9509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3D reconstruction needs dozens of calibrated, overlapping photos (photogrammetry / NeRF) — not review text or a handful of casual photos. We chose to be upfront about this rather than overclaim, and built a deterministic, review-grounded stylized scene instead. The token economy is the same story: presented in full, built as local state only — no real payment happens anywhere in this demo.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47548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flagged: WASD movement needs a final real-browser verification pass (automated headless testing was inconclusive due to background-tab throttling).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Model (Presentation Only)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in the demo as local app state — no real payment processing exists today.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00200"/>
          <a:ext cx="65836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token bundle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$0.80 -&gt; 100 tokens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token bundle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$4.00 -&gt; 600 tokens (~17% off)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 a plan (search)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 tokens (~$0.46-0.55)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Unlock 3D walking (all spots)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 tokens (~$0.60-0.71, one-time)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3 photos + a review, per spot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 tokens back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0020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4A300">
              <a:alpha val="12000"/>
            </a:srgbClr>
          </a:solidFill>
          <a:ln w="15875">
            <a:solidFill>
              <a:srgbClr val="F4A3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46720" y="17830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7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 check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46720" y="228600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LLM cost per search: a fraction of a cent. Priced at 69 tokens (~$0.50), that is roughly two orders of magnitude of margin before hosting, support, and refunds.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241280" cy="1691640"/>
          </a:xfrm>
          <a:prstGeom prst="roundRect">
            <a:avLst>
              <a:gd name="adj" fmla="val 5405"/>
            </a:avLst>
          </a:prstGeom>
          <a:solidFill>
            <a:srgbClr val="F4A300">
              <a:alpha val="15000"/>
            </a:srgbClr>
          </a:solidFill>
          <a:ln w="15875">
            <a:solidFill>
              <a:srgbClr val="F4A3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C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Headline idea: crowdsourced photos, real rewards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" y="196596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Travelers upload up to 3 of their own photos per spot -&gt; vision model extracts richer ambiance -&gt; traveler earns a real 30-token reward per spot. Fully legitimate (user-submitted, not scraped). Needs accounts, storage, and moderation — a real backend, deliberately out of scope for now.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058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payment processing and persistent accounts for the token economy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OpenAI call server-side before any public deployment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Hotel, flight, and other token-gated booking add-ons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beyond Nice to more destinations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controls for mobile (today assumes a keyboard)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usability study outside the two-person team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06240"/>
            <a:ext cx="3108960" cy="3108960"/>
          </a:xfrm>
          <a:prstGeom prst="ellipse">
            <a:avLst/>
          </a:prstGeom>
          <a:solidFill>
            <a:srgbClr val="FFCF5C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4206240"/>
            <a:ext cx="3108960" cy="3108960"/>
          </a:xfrm>
          <a:prstGeom prst="ellipse">
            <a:avLst/>
          </a:prstGeom>
          <a:solidFill>
            <a:srgbClr val="F4A300">
              <a:alpha val="8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a transparent plan. Roam the winner in 3D.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4114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C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2026-08-12T10:30:59Z</dcterms:created>
  <dcterms:modified xsi:type="dcterms:W3CDTF">2026-08-12T10:30:59Z</dcterms:modified>
</cp:coreProperties>
</file>